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53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91440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4400" y="1143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Workspace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NLP-based RAG assistant for chatting with, summarizing and comparing research papers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00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LangChain  ·  Google Gemini API  ·  FAISS  ·  Sentence Transformers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  |  Presented by: Vanshika Vishnawat |  VII Sem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read dozens of long PDF papers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method, dataset or result means manual searching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 chatbots can hallucinate and give no sources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papers and spotting gaps is slow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84632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upload multiple research-paper PDFs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grounded only in those papers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filename + page for every answer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Summarize, compare, find research gaps and extract key concepts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LLM through API calls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RAG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Upload PDFs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papers with filename + page metadata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87752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724912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Extract &amp; clean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16642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page by page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18304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55464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Chunk text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55464" y="16642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characters, 200 overlap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47104" y="160020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48856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986016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Embed locally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66420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all-MiniLM-L6-v2, no API call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FAISS index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1729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vector search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1089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587752" y="26974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272491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Retrieve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724912" y="31729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Top-6 chunks per question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16552" y="31089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18304" y="26974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855464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Gemini API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55464" y="31729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 sent to the LLM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310896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848856" y="26974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986016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Cited answer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86016" y="31729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markers map to filename + page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run once per upload (indexing).  Steps 5–8 run for every question (query time).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Multi-PDF upload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per page with document and page metadata.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4061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Research chat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6140" y="166420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[n] citations; says so when the answer is not in the papers.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21792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Summarization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6420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objective, methodology, dataset, results, contributions, limitations, future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Paper comparison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0156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 compared on methods, datasets, models, results and limitations.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898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40614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Research gaps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06140" y="340156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directions, clearly labelled as AI-generated observations.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21792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concepts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01568"/>
            <a:ext cx="23317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algorithms, datasets, metrics and tools; chat history kept in session.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LLM Integration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Six-page web app with metrics and session-state chat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via langchain-google-genai (gemini-3.1-flash-lite, free 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 running locally on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search over chunk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templates, documents, text splitter, vector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parsing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Page-wise text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python-dotenv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in .env, settings in config.py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genuinely called through its API for every answer, summary and analysis; only the embeddings run locally.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and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answers stay grounded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retrieved excerpts are sent to the LLM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[n] mapped to filename +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context lacks the answer, the app says it could not be found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Research-gap output is labelled AI-generated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84632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(image-only) PDFs are not supported (no OCR)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papers are truncated for summaries and comparison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and chat live in session memory only (no database)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Gemini rate limits apply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0F2A43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RAG research assistant with cited, grounded answers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free Gemini API LLM with local embeddings and FAISS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code: config, prompts, processing, RAG, summarizer, comparator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time spent searching and comparing papers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846320" y="1280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64208"/>
            <a:ext cx="3703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papers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 across sessions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and re-ranking for better retrieval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export (BibTeX) and multi-user support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On-screen Show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Workspace</dc:title>
  <dc:subject>PptxGenJS Presentation</dc:subject>
  <dc:creator>PptxGenJS</dc:creator>
  <cp:lastModifiedBy>[BTECH-036-2023-24] VANSHIKA VISHNAWAT</cp:lastModifiedBy>
  <cp:revision>2</cp:revision>
  <dcterms:created xsi:type="dcterms:W3CDTF">2026-10-05T06:58:42Z</dcterms:created>
  <dcterms:modified xsi:type="dcterms:W3CDTF">2026-10-05T07:00:09Z</dcterms:modified>
</cp:coreProperties>
</file>